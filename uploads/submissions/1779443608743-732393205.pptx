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5702" y="1226819"/>
            <a:ext cx="7226236" cy="1049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8190" y="2090356"/>
            <a:ext cx="11016615" cy="3267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382629" y="6472554"/>
            <a:ext cx="1663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425" y="352425"/>
            <a:ext cx="3114675" cy="4572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40080" y="670305"/>
            <a:ext cx="555752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>
                <a:solidFill>
                  <a:srgbClr val="FF0000"/>
                </a:solidFill>
              </a:rPr>
              <a:t>BGI</a:t>
            </a:r>
            <a:r>
              <a:rPr dirty="0" sz="3950" spc="150">
                <a:solidFill>
                  <a:srgbClr val="FF0000"/>
                </a:solidFill>
              </a:rPr>
              <a:t> </a:t>
            </a:r>
            <a:r>
              <a:rPr dirty="0" sz="3950">
                <a:solidFill>
                  <a:srgbClr val="FF0000"/>
                </a:solidFill>
              </a:rPr>
              <a:t>HACKATHON</a:t>
            </a:r>
            <a:r>
              <a:rPr dirty="0" sz="3950" spc="110">
                <a:solidFill>
                  <a:srgbClr val="FF0000"/>
                </a:solidFill>
              </a:rPr>
              <a:t> </a:t>
            </a:r>
            <a:r>
              <a:rPr dirty="0" sz="3950" spc="-40">
                <a:solidFill>
                  <a:srgbClr val="FF0000"/>
                </a:solidFill>
              </a:rPr>
              <a:t>2026</a:t>
            </a:r>
            <a:endParaRPr sz="3950"/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  <p:sp>
        <p:nvSpPr>
          <p:cNvPr id="4" name="object 4"/>
          <p:cNvSpPr txBox="1"/>
          <p:nvPr/>
        </p:nvSpPr>
        <p:spPr>
          <a:xfrm>
            <a:off x="636905" y="1553210"/>
            <a:ext cx="3676015" cy="5181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0" b="1">
                <a:latin typeface="Times New Roman"/>
                <a:cs typeface="Times New Roman"/>
              </a:rPr>
              <a:t>IDEA</a:t>
            </a:r>
            <a:r>
              <a:rPr dirty="0" sz="3200" spc="-21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SUBMISSION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3105" y="2915348"/>
            <a:ext cx="6262370" cy="338645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Theme-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ID</a:t>
            </a:r>
            <a:r>
              <a:rPr dirty="0" sz="2000" spc="-15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–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5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Title-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b="1">
                <a:latin typeface="Arial"/>
                <a:cs typeface="Arial"/>
              </a:rPr>
              <a:t>Problem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Statement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Category-</a:t>
            </a:r>
            <a:r>
              <a:rPr dirty="0" sz="2000" spc="-4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Software/Hardware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10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ID-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0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Name</a:t>
            </a:r>
            <a:r>
              <a:rPr dirty="0" sz="2000" spc="-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(Registered</a:t>
            </a:r>
            <a:r>
              <a:rPr dirty="0" sz="2000" spc="-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on</a:t>
            </a:r>
            <a:r>
              <a:rPr dirty="0" sz="2000" spc="-3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portal)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8358" rIns="0" bIns="0" rtlCol="0" vert="horz">
            <a:spAutoFit/>
          </a:bodyPr>
          <a:lstStyle/>
          <a:p>
            <a:pPr marL="300355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IDEA</a:t>
            </a:r>
            <a:r>
              <a:rPr dirty="0" spc="-245"/>
              <a:t> </a:t>
            </a:r>
            <a:r>
              <a:rPr dirty="0" spc="-10"/>
              <a:t>TITLE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2590" y="2607881"/>
            <a:ext cx="11377930" cy="31578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320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Solution</a:t>
            </a:r>
            <a:r>
              <a:rPr dirty="0" u="sng" sz="3200" spc="-75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3200" spc="-10" b="1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>
                <a:latin typeface="Arial MT"/>
                <a:cs typeface="Arial MT"/>
              </a:rPr>
              <a:t>#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Description</a:t>
            </a:r>
            <a:r>
              <a:rPr dirty="0" sz="2750" spc="1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your</a:t>
            </a:r>
            <a:r>
              <a:rPr dirty="0" sz="2750" spc="1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idea,</a:t>
            </a:r>
            <a:r>
              <a:rPr dirty="0" sz="2750" spc="10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solution,</a:t>
            </a:r>
            <a:r>
              <a:rPr dirty="0" sz="2750" spc="1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or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working</a:t>
            </a:r>
            <a:r>
              <a:rPr dirty="0" sz="2750" spc="16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prototype</a:t>
            </a:r>
            <a:endParaRPr sz="2750">
              <a:latin typeface="Arial MT"/>
              <a:cs typeface="Arial MT"/>
            </a:endParaRPr>
          </a:p>
          <a:p>
            <a:pPr marL="12700" marR="8255">
              <a:lnSpc>
                <a:spcPct val="100000"/>
              </a:lnSpc>
              <a:spcBef>
                <a:spcPts val="80"/>
              </a:spcBef>
            </a:pPr>
            <a:r>
              <a:rPr dirty="0" sz="2750">
                <a:latin typeface="Arial MT"/>
                <a:cs typeface="Arial MT"/>
              </a:rPr>
              <a:t>#</a:t>
            </a:r>
            <a:r>
              <a:rPr dirty="0" sz="2750" spc="51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Explanation</a:t>
            </a:r>
            <a:r>
              <a:rPr dirty="0" sz="2750" spc="5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4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how</a:t>
            </a:r>
            <a:r>
              <a:rPr dirty="0" sz="2750" spc="5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your</a:t>
            </a:r>
            <a:r>
              <a:rPr dirty="0" sz="2750" spc="55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approach</a:t>
            </a:r>
            <a:r>
              <a:rPr dirty="0" sz="2750" spc="56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effectively</a:t>
            </a:r>
            <a:r>
              <a:rPr dirty="0" sz="2750" spc="5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resolves</a:t>
            </a:r>
            <a:r>
              <a:rPr dirty="0" sz="2750" spc="51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54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identified problem</a:t>
            </a:r>
            <a:endParaRPr sz="2750">
              <a:latin typeface="Arial MT"/>
              <a:cs typeface="Arial MT"/>
            </a:endParaRPr>
          </a:p>
          <a:p>
            <a:pPr marL="12700" marR="5080">
              <a:lnSpc>
                <a:spcPct val="102400"/>
              </a:lnSpc>
              <a:spcBef>
                <a:spcPts val="5"/>
              </a:spcBef>
            </a:pPr>
            <a:r>
              <a:rPr dirty="0" sz="2750">
                <a:latin typeface="Arial MT"/>
                <a:cs typeface="Arial MT"/>
              </a:rPr>
              <a:t>#</a:t>
            </a:r>
            <a:r>
              <a:rPr dirty="0" sz="2750" spc="2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Key</a:t>
            </a:r>
            <a:r>
              <a:rPr dirty="0" sz="2750" spc="229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elements</a:t>
            </a:r>
            <a:r>
              <a:rPr dirty="0" sz="2750" spc="2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that</a:t>
            </a:r>
            <a:r>
              <a:rPr dirty="0" sz="2750" spc="2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make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your</a:t>
            </a:r>
            <a:r>
              <a:rPr dirty="0" sz="2750" spc="2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solution</a:t>
            </a:r>
            <a:r>
              <a:rPr dirty="0" sz="2750" spc="2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novel,</a:t>
            </a:r>
            <a:r>
              <a:rPr dirty="0" sz="2750" spc="2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creative,</a:t>
            </a:r>
            <a:r>
              <a:rPr dirty="0" sz="2750" spc="2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or</a:t>
            </a:r>
            <a:r>
              <a:rPr dirty="0" sz="2750" spc="2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distinct</a:t>
            </a:r>
            <a:r>
              <a:rPr dirty="0" sz="2750" spc="26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from </a:t>
            </a:r>
            <a:r>
              <a:rPr dirty="0" sz="2750">
                <a:latin typeface="Arial MT"/>
                <a:cs typeface="Arial MT"/>
              </a:rPr>
              <a:t>existing</a:t>
            </a:r>
            <a:r>
              <a:rPr dirty="0" sz="2750" spc="1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alternatives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4325" y="352425"/>
            <a:ext cx="4095750" cy="647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12598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SOLUTION</a:t>
            </a:r>
            <a:r>
              <a:rPr dirty="0" spc="-170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2560891"/>
            <a:ext cx="9370695" cy="1736725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354330" marR="6350" indent="-342265">
              <a:lnSpc>
                <a:spcPct val="102499"/>
              </a:lnSpc>
              <a:spcBef>
                <a:spcPts val="45"/>
              </a:spcBef>
              <a:buChar char="•"/>
              <a:tabLst>
                <a:tab pos="355600" algn="l"/>
              </a:tabLst>
            </a:pPr>
            <a:r>
              <a:rPr dirty="0" sz="2750">
                <a:latin typeface="Arial MT"/>
                <a:cs typeface="Arial MT"/>
              </a:rPr>
              <a:t>Technologies</a:t>
            </a:r>
            <a:r>
              <a:rPr dirty="0" sz="2750" spc="5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to</a:t>
            </a:r>
            <a:r>
              <a:rPr dirty="0" sz="2750" spc="51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be</a:t>
            </a:r>
            <a:r>
              <a:rPr dirty="0" sz="2750" spc="4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used</a:t>
            </a:r>
            <a:r>
              <a:rPr dirty="0" sz="2750" spc="5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(e.g.</a:t>
            </a:r>
            <a:r>
              <a:rPr dirty="0" sz="2750" spc="4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programming</a:t>
            </a:r>
            <a:r>
              <a:rPr dirty="0" sz="2750" spc="515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languages, </a:t>
            </a:r>
            <a:r>
              <a:rPr dirty="0" sz="2750" spc="-10">
                <a:latin typeface="Arial MT"/>
                <a:cs typeface="Arial MT"/>
              </a:rPr>
              <a:t>	</a:t>
            </a:r>
            <a:r>
              <a:rPr dirty="0" sz="2750">
                <a:latin typeface="Arial MT"/>
                <a:cs typeface="Arial MT"/>
              </a:rPr>
              <a:t>frameworks,</a:t>
            </a:r>
            <a:r>
              <a:rPr dirty="0" sz="2750" spc="27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hardware)</a:t>
            </a:r>
            <a:endParaRPr sz="2750">
              <a:latin typeface="Arial MT"/>
              <a:cs typeface="Arial MT"/>
            </a:endParaRPr>
          </a:p>
          <a:p>
            <a:pPr marL="354330" marR="5080" indent="-342265">
              <a:lnSpc>
                <a:spcPts val="3379"/>
              </a:lnSpc>
              <a:spcBef>
                <a:spcPts val="100"/>
              </a:spcBef>
              <a:buChar char="•"/>
              <a:tabLst>
                <a:tab pos="355600" algn="l"/>
                <a:tab pos="2679065" algn="l"/>
                <a:tab pos="3556000" algn="l"/>
                <a:tab pos="5085715" algn="l"/>
                <a:tab pos="5782945" algn="l"/>
                <a:tab pos="8482965" algn="l"/>
              </a:tabLst>
            </a:pPr>
            <a:r>
              <a:rPr dirty="0" sz="2750" spc="-10">
                <a:latin typeface="Arial MT"/>
                <a:cs typeface="Arial MT"/>
              </a:rPr>
              <a:t>Methodology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25">
                <a:latin typeface="Arial MT"/>
                <a:cs typeface="Arial MT"/>
              </a:rPr>
              <a:t>and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process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25">
                <a:latin typeface="Arial MT"/>
                <a:cs typeface="Arial MT"/>
              </a:rPr>
              <a:t>for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implementation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(Flow </a:t>
            </a:r>
            <a:r>
              <a:rPr dirty="0" sz="2750" spc="-10">
                <a:latin typeface="Arial MT"/>
                <a:cs typeface="Arial MT"/>
              </a:rPr>
              <a:t>	</a:t>
            </a:r>
            <a:r>
              <a:rPr dirty="0" sz="2750">
                <a:latin typeface="Arial MT"/>
                <a:cs typeface="Arial MT"/>
              </a:rPr>
              <a:t>Charts/Images/</a:t>
            </a:r>
            <a:r>
              <a:rPr dirty="0" sz="2750" spc="26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working</a:t>
            </a:r>
            <a:r>
              <a:rPr dirty="0" sz="2750" spc="27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prototype)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6775" y="352425"/>
            <a:ext cx="3524250" cy="6096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6210" rIns="0" bIns="0" rtlCol="0" vert="horz">
            <a:spAutoFit/>
          </a:bodyPr>
          <a:lstStyle/>
          <a:p>
            <a:pPr marL="55816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FEASIBILITY</a:t>
            </a:r>
            <a:r>
              <a:rPr dirty="0" spc="-370"/>
              <a:t> </a:t>
            </a:r>
            <a:r>
              <a:rPr dirty="0"/>
              <a:t>AND</a:t>
            </a:r>
            <a:r>
              <a:rPr dirty="0" spc="-50"/>
              <a:t> </a:t>
            </a:r>
            <a:r>
              <a:rPr dirty="0" spc="-1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7437" y="2560891"/>
            <a:ext cx="7200265" cy="1307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dirty="0" sz="2750">
                <a:latin typeface="Arial MT"/>
                <a:cs typeface="Arial MT"/>
              </a:rPr>
              <a:t>Analysis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8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13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feasibility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8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idea</a:t>
            </a:r>
            <a:endParaRPr sz="2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0"/>
              </a:spcBef>
              <a:buChar char="•"/>
              <a:tabLst>
                <a:tab pos="354965" algn="l"/>
              </a:tabLst>
            </a:pPr>
            <a:r>
              <a:rPr dirty="0" sz="2750">
                <a:latin typeface="Arial MT"/>
                <a:cs typeface="Arial MT"/>
              </a:rPr>
              <a:t>Potential</a:t>
            </a:r>
            <a:r>
              <a:rPr dirty="0" sz="2750" spc="1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challenges</a:t>
            </a:r>
            <a:r>
              <a:rPr dirty="0" sz="2750" spc="22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4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risks</a:t>
            </a:r>
            <a:endParaRPr sz="275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80"/>
              </a:spcBef>
              <a:buChar char="•"/>
              <a:tabLst>
                <a:tab pos="354965" algn="l"/>
              </a:tabLst>
            </a:pPr>
            <a:r>
              <a:rPr dirty="0" sz="2750">
                <a:latin typeface="Arial MT"/>
                <a:cs typeface="Arial MT"/>
              </a:rPr>
              <a:t>Strategies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for</a:t>
            </a:r>
            <a:r>
              <a:rPr dirty="0" sz="2750" spc="1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overcoming</a:t>
            </a:r>
            <a:r>
              <a:rPr dirty="0" sz="2750" spc="17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these</a:t>
            </a:r>
            <a:r>
              <a:rPr dirty="0" sz="2750" spc="16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challenges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425" y="352425"/>
            <a:ext cx="3114675" cy="45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2260" rIns="0" bIns="0" rtlCol="0" vert="horz">
            <a:spAutoFit/>
          </a:bodyPr>
          <a:lstStyle/>
          <a:p>
            <a:pPr marL="1157605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IMPACT</a:t>
            </a:r>
            <a:r>
              <a:rPr dirty="0" spc="-235"/>
              <a:t> </a:t>
            </a:r>
            <a:r>
              <a:rPr dirty="0"/>
              <a:t>AND</a:t>
            </a:r>
            <a:r>
              <a:rPr dirty="0" spc="25"/>
              <a:t> </a:t>
            </a:r>
            <a:r>
              <a:rPr dirty="0" spc="-1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3327" y="2577782"/>
            <a:ext cx="7044690" cy="1307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dirty="0" sz="2750">
                <a:latin typeface="Arial MT"/>
                <a:cs typeface="Arial MT"/>
              </a:rPr>
              <a:t>Potential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impact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on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14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target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 spc="-10">
                <a:latin typeface="Arial MT"/>
                <a:cs typeface="Arial MT"/>
              </a:rPr>
              <a:t>audience</a:t>
            </a:r>
            <a:endParaRPr sz="2750">
              <a:latin typeface="Arial MT"/>
              <a:cs typeface="Arial MT"/>
            </a:endParaRPr>
          </a:p>
          <a:p>
            <a:pPr marL="354330" marR="5080" indent="-342265">
              <a:lnSpc>
                <a:spcPct val="102400"/>
              </a:lnSpc>
              <a:buChar char="•"/>
              <a:tabLst>
                <a:tab pos="355600" algn="l"/>
                <a:tab pos="2202815" algn="l"/>
                <a:tab pos="3060065" algn="l"/>
                <a:tab pos="4116070" algn="l"/>
                <a:tab pos="5906135" algn="l"/>
              </a:tabLst>
            </a:pPr>
            <a:r>
              <a:rPr dirty="0" sz="2750" spc="-10">
                <a:latin typeface="Arial MT"/>
                <a:cs typeface="Arial MT"/>
              </a:rPr>
              <a:t>Benefits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25">
                <a:latin typeface="Arial MT"/>
                <a:cs typeface="Arial MT"/>
              </a:rPr>
              <a:t>of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25">
                <a:latin typeface="Arial MT"/>
                <a:cs typeface="Arial MT"/>
              </a:rPr>
              <a:t>the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solution</a:t>
            </a:r>
            <a:r>
              <a:rPr dirty="0" sz="2750">
                <a:latin typeface="Arial MT"/>
                <a:cs typeface="Arial MT"/>
              </a:rPr>
              <a:t>	</a:t>
            </a:r>
            <a:r>
              <a:rPr dirty="0" sz="2750" spc="-10">
                <a:latin typeface="Arial MT"/>
                <a:cs typeface="Arial MT"/>
              </a:rPr>
              <a:t>(social, </a:t>
            </a:r>
            <a:r>
              <a:rPr dirty="0" sz="2750" spc="-10">
                <a:latin typeface="Arial MT"/>
                <a:cs typeface="Arial MT"/>
              </a:rPr>
              <a:t>	</a:t>
            </a:r>
            <a:r>
              <a:rPr dirty="0" sz="2750">
                <a:latin typeface="Arial MT"/>
                <a:cs typeface="Arial MT"/>
              </a:rPr>
              <a:t>environmental,</a:t>
            </a:r>
            <a:r>
              <a:rPr dirty="0" sz="2750" spc="33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etc.)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6433" y="3007042"/>
            <a:ext cx="1645285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750" spc="-10">
                <a:latin typeface="Arial MT"/>
                <a:cs typeface="Arial MT"/>
              </a:rPr>
              <a:t>economic,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425" y="352425"/>
            <a:ext cx="3114675" cy="457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7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RESEARCH</a:t>
            </a:r>
            <a:r>
              <a:rPr dirty="0" spc="62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75" y="2822892"/>
            <a:ext cx="8209280" cy="4489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5"/>
              </a:spcBef>
              <a:buChar char="•"/>
              <a:tabLst>
                <a:tab pos="354965" algn="l"/>
              </a:tabLst>
            </a:pPr>
            <a:r>
              <a:rPr dirty="0" sz="2750">
                <a:latin typeface="Arial MT"/>
                <a:cs typeface="Arial MT"/>
              </a:rPr>
              <a:t>Details</a:t>
            </a:r>
            <a:r>
              <a:rPr dirty="0" sz="2750" spc="114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/</a:t>
            </a:r>
            <a:r>
              <a:rPr dirty="0" sz="2750" spc="12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Links</a:t>
            </a:r>
            <a:r>
              <a:rPr dirty="0" sz="2750" spc="11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of</a:t>
            </a:r>
            <a:r>
              <a:rPr dirty="0" sz="2750" spc="105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the</a:t>
            </a:r>
            <a:r>
              <a:rPr dirty="0" sz="2750" spc="15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reference</a:t>
            </a:r>
            <a:r>
              <a:rPr dirty="0" sz="2750" spc="19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and</a:t>
            </a:r>
            <a:r>
              <a:rPr dirty="0" sz="2750" spc="100">
                <a:latin typeface="Arial MT"/>
                <a:cs typeface="Arial MT"/>
              </a:rPr>
              <a:t> </a:t>
            </a:r>
            <a:r>
              <a:rPr dirty="0" sz="2750">
                <a:latin typeface="Arial MT"/>
                <a:cs typeface="Arial MT"/>
              </a:rPr>
              <a:t>research</a:t>
            </a:r>
            <a:r>
              <a:rPr dirty="0" sz="2750" spc="130">
                <a:latin typeface="Arial MT"/>
                <a:cs typeface="Arial MT"/>
              </a:rPr>
              <a:t> </a:t>
            </a:r>
            <a:r>
              <a:rPr dirty="0" sz="2750" spc="-20">
                <a:latin typeface="Arial MT"/>
                <a:cs typeface="Arial MT"/>
              </a:rPr>
              <a:t>work</a:t>
            </a:r>
            <a:endParaRPr sz="27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425" y="352425"/>
            <a:ext cx="3114675" cy="4572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79904" y="549655"/>
            <a:ext cx="5260340" cy="5753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IMPORTANT</a:t>
            </a:r>
            <a:r>
              <a:rPr dirty="0" spc="-170"/>
              <a:t> </a:t>
            </a:r>
            <a:r>
              <a:rPr dirty="0" spc="-10"/>
              <a:t>POINTERS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4425" y="352425"/>
            <a:ext cx="3114675" cy="457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Please</a:t>
            </a:r>
            <a:r>
              <a:rPr dirty="0" spc="-25"/>
              <a:t> </a:t>
            </a:r>
            <a:r>
              <a:rPr dirty="0"/>
              <a:t>adhere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following</a:t>
            </a:r>
            <a:r>
              <a:rPr dirty="0" spc="-40"/>
              <a:t> </a:t>
            </a:r>
            <a:r>
              <a:rPr dirty="0"/>
              <a:t>guidelines</a:t>
            </a:r>
            <a:r>
              <a:rPr dirty="0" spc="-10"/>
              <a:t> </a:t>
            </a:r>
            <a:r>
              <a:rPr dirty="0"/>
              <a:t>while</a:t>
            </a:r>
            <a:r>
              <a:rPr dirty="0" spc="-15"/>
              <a:t> </a:t>
            </a:r>
            <a:r>
              <a:rPr dirty="0"/>
              <a:t>preparing</a:t>
            </a:r>
            <a:r>
              <a:rPr dirty="0" spc="-35"/>
              <a:t> </a:t>
            </a:r>
            <a:r>
              <a:rPr dirty="0"/>
              <a:t>your</a:t>
            </a:r>
            <a:r>
              <a:rPr dirty="0" spc="-10"/>
              <a:t> presentation:</a:t>
            </a:r>
          </a:p>
          <a:p>
            <a:pPr marL="298450" marR="223520" indent="-286385">
              <a:lnSpc>
                <a:spcPct val="100800"/>
              </a:lnSpc>
              <a:spcBef>
                <a:spcPts val="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Limit your</a:t>
            </a:r>
            <a:r>
              <a:rPr dirty="0" spc="-20"/>
              <a:t> </a:t>
            </a:r>
            <a:r>
              <a:rPr dirty="0"/>
              <a:t>presentation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a</a:t>
            </a:r>
            <a:r>
              <a:rPr dirty="0" spc="-20"/>
              <a:t> </a:t>
            </a:r>
            <a:r>
              <a:rPr dirty="0"/>
              <a:t>maximum</a:t>
            </a:r>
            <a:r>
              <a:rPr dirty="0" spc="-20"/>
              <a:t> </a:t>
            </a:r>
            <a:r>
              <a:rPr dirty="0"/>
              <a:t>of</a:t>
            </a:r>
            <a:r>
              <a:rPr dirty="0" spc="5"/>
              <a:t> </a:t>
            </a:r>
            <a:r>
              <a:rPr dirty="0"/>
              <a:t>six</a:t>
            </a:r>
            <a:r>
              <a:rPr dirty="0" spc="-20"/>
              <a:t> </a:t>
            </a:r>
            <a:r>
              <a:rPr dirty="0"/>
              <a:t>(6)</a:t>
            </a:r>
            <a:r>
              <a:rPr dirty="0" spc="5"/>
              <a:t> </a:t>
            </a:r>
            <a:r>
              <a:rPr dirty="0"/>
              <a:t>slides,</a:t>
            </a:r>
            <a:r>
              <a:rPr dirty="0" spc="-45"/>
              <a:t> </a:t>
            </a:r>
            <a:r>
              <a:rPr dirty="0"/>
              <a:t>including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title</a:t>
            </a:r>
            <a:r>
              <a:rPr dirty="0" spc="-20"/>
              <a:t> </a:t>
            </a:r>
            <a:r>
              <a:rPr dirty="0"/>
              <a:t>slide.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20"/>
              <a:t> </a:t>
            </a:r>
            <a:r>
              <a:rPr dirty="0"/>
              <a:t>file</a:t>
            </a:r>
            <a:r>
              <a:rPr dirty="0" spc="-20"/>
              <a:t> </a:t>
            </a:r>
            <a:r>
              <a:rPr dirty="0"/>
              <a:t>size</a:t>
            </a:r>
            <a:r>
              <a:rPr dirty="0" spc="-20"/>
              <a:t> must </a:t>
            </a:r>
            <a:r>
              <a:rPr dirty="0"/>
              <a:t>not</a:t>
            </a:r>
            <a:r>
              <a:rPr dirty="0" spc="5"/>
              <a:t> </a:t>
            </a:r>
            <a:r>
              <a:rPr dirty="0"/>
              <a:t>exceed</a:t>
            </a:r>
            <a:r>
              <a:rPr dirty="0" spc="-35"/>
              <a:t> </a:t>
            </a:r>
            <a:r>
              <a:rPr dirty="0"/>
              <a:t>5</a:t>
            </a:r>
            <a:r>
              <a:rPr dirty="0" spc="-15"/>
              <a:t> </a:t>
            </a:r>
            <a:r>
              <a:rPr dirty="0" spc="-25"/>
              <a:t>MB.</a:t>
            </a:r>
          </a:p>
          <a:p>
            <a:pPr marL="298450" indent="-285750">
              <a:lnSpc>
                <a:spcPct val="100000"/>
              </a:lnSpc>
              <a:spcBef>
                <a:spcPts val="1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The</a:t>
            </a:r>
            <a:r>
              <a:rPr dirty="0" spc="-35"/>
              <a:t> </a:t>
            </a:r>
            <a:r>
              <a:rPr dirty="0"/>
              <a:t>idea</a:t>
            </a:r>
            <a:r>
              <a:rPr dirty="0" spc="-25"/>
              <a:t> </a:t>
            </a:r>
            <a:r>
              <a:rPr dirty="0"/>
              <a:t>presented</a:t>
            </a:r>
            <a:r>
              <a:rPr dirty="0" spc="-45"/>
              <a:t> </a:t>
            </a:r>
            <a:r>
              <a:rPr dirty="0"/>
              <a:t>should</a:t>
            </a:r>
            <a:r>
              <a:rPr dirty="0" spc="20"/>
              <a:t> </a:t>
            </a:r>
            <a:r>
              <a:rPr dirty="0"/>
              <a:t>be</a:t>
            </a:r>
            <a:r>
              <a:rPr dirty="0" spc="-20"/>
              <a:t> </a:t>
            </a:r>
            <a:r>
              <a:rPr dirty="0"/>
              <a:t>original</a:t>
            </a:r>
            <a:r>
              <a:rPr dirty="0" spc="1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innovative.</a:t>
            </a:r>
          </a:p>
          <a:p>
            <a:pPr marL="298450" indent="-285750">
              <a:lnSpc>
                <a:spcPts val="213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Ensure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/>
              <a:t>content</a:t>
            </a:r>
            <a:r>
              <a:rPr dirty="0" spc="-10"/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 spc="-10"/>
              <a:t>clear,</a:t>
            </a:r>
            <a:r>
              <a:rPr dirty="0" spc="10"/>
              <a:t> </a:t>
            </a:r>
            <a:r>
              <a:rPr dirty="0"/>
              <a:t>concise,</a:t>
            </a:r>
            <a:r>
              <a:rPr dirty="0" spc="-55"/>
              <a:t> </a:t>
            </a:r>
            <a:r>
              <a:rPr dirty="0"/>
              <a:t>and</a:t>
            </a:r>
            <a:r>
              <a:rPr dirty="0" spc="15"/>
              <a:t> </a:t>
            </a:r>
            <a:r>
              <a:rPr dirty="0"/>
              <a:t>easy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10"/>
              <a:t>understand.</a:t>
            </a:r>
          </a:p>
          <a:p>
            <a:pPr marL="298450" marR="1033144" indent="-286385">
              <a:lnSpc>
                <a:spcPts val="2180"/>
              </a:lnSpc>
              <a:spcBef>
                <a:spcPts val="25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Use</a:t>
            </a:r>
            <a:r>
              <a:rPr dirty="0" spc="-30"/>
              <a:t> </a:t>
            </a:r>
            <a:r>
              <a:rPr dirty="0"/>
              <a:t>bullet</a:t>
            </a:r>
            <a:r>
              <a:rPr dirty="0" spc="-75"/>
              <a:t> </a:t>
            </a:r>
            <a:r>
              <a:rPr dirty="0"/>
              <a:t>points,</a:t>
            </a:r>
            <a:r>
              <a:rPr dirty="0" spc="10"/>
              <a:t> </a:t>
            </a:r>
            <a:r>
              <a:rPr dirty="0"/>
              <a:t>diagrams,</a:t>
            </a:r>
            <a:r>
              <a:rPr dirty="0" spc="15"/>
              <a:t> </a:t>
            </a:r>
            <a:r>
              <a:rPr dirty="0"/>
              <a:t>infographics,</a:t>
            </a:r>
            <a:r>
              <a:rPr dirty="0" spc="-55"/>
              <a:t> </a:t>
            </a:r>
            <a:r>
              <a:rPr dirty="0"/>
              <a:t>or</a:t>
            </a:r>
            <a:r>
              <a:rPr dirty="0" spc="-30"/>
              <a:t> </a:t>
            </a:r>
            <a:r>
              <a:rPr dirty="0"/>
              <a:t>images</a:t>
            </a:r>
            <a:r>
              <a:rPr dirty="0" spc="-30"/>
              <a:t> </a:t>
            </a:r>
            <a:r>
              <a:rPr dirty="0"/>
              <a:t>to</a:t>
            </a:r>
            <a:r>
              <a:rPr dirty="0" spc="15"/>
              <a:t> </a:t>
            </a:r>
            <a:r>
              <a:rPr dirty="0"/>
              <a:t>present</a:t>
            </a:r>
            <a:r>
              <a:rPr dirty="0" spc="-5"/>
              <a:t> </a:t>
            </a:r>
            <a:r>
              <a:rPr dirty="0"/>
              <a:t>your</a:t>
            </a:r>
            <a:r>
              <a:rPr dirty="0" spc="-30"/>
              <a:t> </a:t>
            </a:r>
            <a:r>
              <a:rPr dirty="0"/>
              <a:t>ideas;</a:t>
            </a:r>
            <a:r>
              <a:rPr dirty="0" spc="-10"/>
              <a:t> </a:t>
            </a:r>
            <a:r>
              <a:rPr dirty="0"/>
              <a:t>avoid</a:t>
            </a:r>
            <a:r>
              <a:rPr dirty="0" spc="-50"/>
              <a:t> </a:t>
            </a:r>
            <a:r>
              <a:rPr dirty="0" spc="-10"/>
              <a:t>lengthy paragraphs.</a:t>
            </a:r>
          </a:p>
          <a:p>
            <a:pPr marL="298450" indent="-285750">
              <a:lnSpc>
                <a:spcPts val="2100"/>
              </a:lnSpc>
              <a:buFont typeface="Arial MT"/>
              <a:buChar char="•"/>
              <a:tabLst>
                <a:tab pos="298450" algn="l"/>
              </a:tabLst>
            </a:pPr>
            <a:r>
              <a:rPr dirty="0"/>
              <a:t>Prepare</a:t>
            </a:r>
            <a:r>
              <a:rPr dirty="0" spc="-30"/>
              <a:t> </a:t>
            </a:r>
            <a:r>
              <a:rPr dirty="0"/>
              <a:t>your</a:t>
            </a:r>
            <a:r>
              <a:rPr dirty="0" spc="-15"/>
              <a:t> </a:t>
            </a:r>
            <a:r>
              <a:rPr dirty="0"/>
              <a:t>presentation</a:t>
            </a:r>
            <a:r>
              <a:rPr dirty="0" spc="-40"/>
              <a:t> </a:t>
            </a:r>
            <a:r>
              <a:rPr dirty="0"/>
              <a:t>strictly</a:t>
            </a:r>
            <a:r>
              <a:rPr dirty="0" spc="-15"/>
              <a:t> </a:t>
            </a:r>
            <a:r>
              <a:rPr dirty="0"/>
              <a:t>using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15"/>
              <a:t> </a:t>
            </a:r>
            <a:r>
              <a:rPr dirty="0"/>
              <a:t>provided</a:t>
            </a:r>
            <a:r>
              <a:rPr dirty="0" spc="-40"/>
              <a:t> </a:t>
            </a:r>
            <a:r>
              <a:rPr dirty="0" spc="-10"/>
              <a:t>template.</a:t>
            </a:r>
          </a:p>
          <a:p>
            <a:pPr marL="298450" indent="-28575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/>
              <a:t>Save</a:t>
            </a:r>
            <a:r>
              <a:rPr dirty="0" spc="-25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upload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10"/>
              <a:t> </a:t>
            </a:r>
            <a:r>
              <a:rPr dirty="0"/>
              <a:t>final</a:t>
            </a:r>
            <a:r>
              <a:rPr dirty="0" spc="-40"/>
              <a:t> </a:t>
            </a:r>
            <a:r>
              <a:rPr dirty="0"/>
              <a:t>submission</a:t>
            </a:r>
            <a:r>
              <a:rPr dirty="0" spc="-35"/>
              <a:t> </a:t>
            </a:r>
            <a:r>
              <a:rPr dirty="0"/>
              <a:t>in</a:t>
            </a:r>
            <a:r>
              <a:rPr dirty="0" spc="-35"/>
              <a:t> </a:t>
            </a:r>
            <a:r>
              <a:rPr dirty="0"/>
              <a:t>PDF</a:t>
            </a:r>
            <a:r>
              <a:rPr dirty="0" spc="35"/>
              <a:t> </a:t>
            </a:r>
            <a:r>
              <a:rPr dirty="0"/>
              <a:t>format</a:t>
            </a:r>
            <a:r>
              <a:rPr dirty="0" spc="15"/>
              <a:t> </a:t>
            </a:r>
            <a:r>
              <a:rPr dirty="0" spc="-10"/>
              <a:t>only.</a:t>
            </a:r>
          </a:p>
          <a:p>
            <a:pPr>
              <a:lnSpc>
                <a:spcPct val="100000"/>
              </a:lnSpc>
              <a:spcBef>
                <a:spcPts val="1775"/>
              </a:spcBef>
            </a:pP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Note:</a:t>
            </a:r>
            <a:r>
              <a:rPr dirty="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dirty="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slide</a:t>
            </a:r>
            <a:r>
              <a:rPr dirty="0" spc="-3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(“Important</a:t>
            </a:r>
            <a:r>
              <a:rPr dirty="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FF0000"/>
                </a:solidFill>
                <a:latin typeface="Calibri"/>
                <a:cs typeface="Calibri"/>
              </a:rPr>
              <a:t>Pointers”)</a:t>
            </a:r>
            <a:r>
              <a:rPr dirty="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may</a:t>
            </a:r>
            <a:r>
              <a:rPr dirty="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be</a:t>
            </a:r>
            <a:r>
              <a:rPr dirty="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removed</a:t>
            </a:r>
            <a:r>
              <a:rPr dirty="0" spc="-5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before</a:t>
            </a:r>
            <a:r>
              <a:rPr dirty="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uploading</a:t>
            </a:r>
            <a:r>
              <a:rPr dirty="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Idea</a:t>
            </a:r>
            <a:r>
              <a:rPr dirty="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PPT</a:t>
            </a:r>
            <a:r>
              <a:rPr dirty="0" spc="-6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dirty="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dirty="0" spc="-2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BGI</a:t>
            </a:r>
            <a:r>
              <a:rPr dirty="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FF0000"/>
                </a:solidFill>
                <a:latin typeface="Calibri"/>
                <a:cs typeface="Calibri"/>
              </a:rPr>
              <a:t>Hackathon</a:t>
            </a:r>
            <a:r>
              <a:rPr dirty="0" spc="-3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pc="-10">
                <a:solidFill>
                  <a:srgbClr val="FF0000"/>
                </a:solidFill>
                <a:latin typeface="Calibri"/>
                <a:cs typeface="Calibri"/>
              </a:rPr>
              <a:t>portal</a:t>
            </a:r>
            <a:r>
              <a:rPr dirty="0" spc="-10" b="0">
                <a:latin typeface="Calibri"/>
                <a:cs typeface="Calibri"/>
              </a:rPr>
              <a:t>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2026-04-27T05:59:04Z</dcterms:created>
  <dcterms:modified xsi:type="dcterms:W3CDTF">2026-04-27T05:59:04Z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2026-04-24T00:00:00Z</vt:filetime>
  </property>
  <property fmtid="{D5CDD505-2E9C-101B-9397-08002B2CF9AE}" pid="4" name="LastSaved">
    <vt:filetime>2026-04-27T00:00:00Z</vt:filetime>
  </property>
</Properties>
</file>